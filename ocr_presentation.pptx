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4" r:id="rId7"/>
    <p:sldId id="265" r:id="rId8"/>
    <p:sldId id="266" r:id="rId9"/>
    <p:sldId id="267" r:id="rId10"/>
    <p:sldId id="263" r:id="rId11"/>
    <p:sldId id="26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FC638B-A0F8-3A61-2EE7-97DB5F23D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BB9B19-C9FB-71EF-C65F-E39CF6E22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73B33E-DCAC-670C-A0D5-2B02268AB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7A751-1901-47AE-BD8A-C322CE596B09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B7ED84-A9A4-6B98-C5A3-C0DE186C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66C0D4-DDC6-9DA3-57A9-63C67A375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8C0BC-642E-4B53-BE53-5E6948E3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978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CBBFA-093C-A0D0-863A-B3E27D1BC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E7CD7-4F4A-C9E0-C8D7-C5BC9FF89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5A0772-A17B-4C3E-3B36-455F2BE25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7A751-1901-47AE-BD8A-C322CE596B09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5215F0-1EF0-5562-C0D1-4C9DDCC36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8F295A-F842-E368-2739-3A4B15103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8C0BC-642E-4B53-BE53-5E6948E3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97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AEA686-138B-ED2D-8824-CC11B078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30476F-CC10-D13F-3183-56ED9C316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AA02AE-EAB7-6CD2-40E0-BDD0633A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7A751-1901-47AE-BD8A-C322CE596B09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8761A2-5485-6B23-9F63-1F29A31A1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E20780-619C-336D-F5B6-3FC36FEB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8C0BC-642E-4B53-BE53-5E6948E3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9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90982-9F2E-87B2-2CE2-BDCA732E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1EE698-88EA-DEC2-6547-D1B3160A2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09086D-6682-0CB1-8595-551278CBF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9C1AB4-911D-2937-2328-CF72720D8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7A751-1901-47AE-BD8A-C322CE596B09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25E092-5D90-F446-EB2A-FFDB2EFB0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5AD981-E84F-3D0F-B9A1-AB6E5AB18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8C0BC-642E-4B53-BE53-5E6948E3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30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CADAF-D71D-4F36-B12C-2BF93AC85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3A3EA8-95A1-3130-9588-D384D8C88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42BE80-F9CF-AD83-BB0A-C3C155FA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43B314-0178-C839-67A3-53B31CE3AF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6175FC-B3E1-4068-DAC8-61C6809EB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E20751-B821-8DCB-CD25-FF5809A71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7A751-1901-47AE-BD8A-C322CE596B09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61B97C8-7F7B-237C-5824-8BC821B0A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E928A4-3562-DA3C-AD11-2CBDF721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8C0BC-642E-4B53-BE53-5E6948E3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14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046427-D6D8-F0FF-6DE2-5EDF9DB8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9A663D-EA51-2653-DD93-2BFFD3229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7A751-1901-47AE-BD8A-C322CE596B09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B75C2D-87DF-6CD4-A534-158CADB9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1980AD-445A-D331-F07D-8B44C2EEC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8C0BC-642E-4B53-BE53-5E6948E3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78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7ACB59-A817-FD60-D808-DF150D8B1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7A751-1901-47AE-BD8A-C322CE596B09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E5B56F-AF66-E5F7-E271-AA5A1670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47C31C-4962-464D-9CB6-9A0EF4FD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8C0BC-642E-4B53-BE53-5E6948E3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24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7B4B4B-5429-1F86-C96D-905E4A5C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EC540C-3961-7E2A-342D-4509FEF83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D76498-0644-CFAB-9D0A-CD171A1A6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C96BEF-7362-AEE7-3BF2-34A4BC5AD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7A751-1901-47AE-BD8A-C322CE596B09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46B70C-C944-FC61-9D8E-C41FF4B42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B05D9F-51B7-B432-8DC2-3D55D750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8C0BC-642E-4B53-BE53-5E6948E3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56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E2743-6159-9EDD-EABE-39C789045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9DC0DF-EBBF-D1B5-2FB8-AFF89BFAA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9FAD80-815A-73A2-3176-F2C299275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298680-C75C-A33E-CB8E-6A9103D7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7A751-1901-47AE-BD8A-C322CE596B09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6E63A5-FADA-9AEB-F06E-CB7E771B8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926BC7-EFAB-4EB5-84D5-BA13A5E61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8C0BC-642E-4B53-BE53-5E6948E3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90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4C39A-6121-F7D0-AE5C-35CF90828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C2E68F-2ABC-839C-D6B2-7CE7D37AA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6399A9-E5A4-D99F-186E-FDA540566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7A751-1901-47AE-BD8A-C322CE596B09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C9C152-0A1A-E264-7D0F-E37FE5A9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68F4E0-3F29-484D-3886-C090A47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8C0BC-642E-4B53-BE53-5E6948E3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90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B830B1-860C-FF46-3A50-6BEC40CC10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6A3E6E-831B-B860-CF9D-3592BBD73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A340B4-F299-0A54-C017-D7AA755F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7A751-1901-47AE-BD8A-C322CE596B09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C1C977-6D76-0177-85C0-E6FC493B2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1E4915-7B7C-B11A-8C6A-051E06ED3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8C0BC-642E-4B53-BE53-5E6948E3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744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1ACBFA8-EE83-0EF3-A513-8D6EFC0AB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5A6755-1EB6-FBC2-D277-62C053296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C05853-CBF2-773E-2BDC-59C9988A4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7A751-1901-47AE-BD8A-C322CE596B09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6C0225-A902-6F8E-8F77-C90A95D22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BC3A1-DE64-5463-D60B-5D57E99DC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08C0BC-642E-4B53-BE53-5E6948E3F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2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266BF6-EFAD-AEEA-25F9-4ACB3661C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68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F4CA60-1093-75D4-707C-D85912DB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89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8C876F-EBED-C97C-A417-09313FE2D4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99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360856F-D7DA-2F70-0887-433BC0ADE3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그림 3" descr="남산양복점 - 한글 폰트 | 산돌구름">
            <a:extLst>
              <a:ext uri="{FF2B5EF4-FFF2-40B4-BE49-F238E27FC236}">
                <a16:creationId xmlns:a16="http://schemas.microsoft.com/office/drawing/2014/main" id="{5B70A76B-346D-2D03-05B1-6B9FFC05F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31" y="1798820"/>
            <a:ext cx="5318230" cy="2718841"/>
          </a:xfrm>
          <a:prstGeom prst="rect">
            <a:avLst/>
          </a:prstGeom>
        </p:spPr>
      </p:pic>
      <p:pic>
        <p:nvPicPr>
          <p:cNvPr id="12" name="그림 11" descr="EMNIST 학습을 통한 효율적인 이미지 속 문자 인식 모델 구성">
            <a:extLst>
              <a:ext uri="{FF2B5EF4-FFF2-40B4-BE49-F238E27FC236}">
                <a16:creationId xmlns:a16="http://schemas.microsoft.com/office/drawing/2014/main" id="{FE3ABB34-3994-6E61-773E-A8AD49DD6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90" y="1798819"/>
            <a:ext cx="5229279" cy="278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86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DA5CC7-E5A1-0DBF-3464-C8A2C5B4E5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19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5A3EB67-2507-4951-9D38-1F1F1CD44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15" y="930790"/>
            <a:ext cx="4724569" cy="196857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FEBC760F-501B-5274-35F0-28293D572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316" y="1051314"/>
            <a:ext cx="4732940" cy="172752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DD9C322E-9874-349D-4FBB-A65EBA95A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15" y="3749528"/>
            <a:ext cx="4724569" cy="238943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6BD4DF3-4730-9225-E86B-D07A660894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393" y="3671316"/>
            <a:ext cx="3940786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03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A041DD5-9E57-F2AD-CC92-AB684F809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88220"/>
            <a:ext cx="5291666" cy="488156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F7CD153-6657-0757-CF8B-CFEDB77447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358636"/>
            <a:ext cx="5291667" cy="41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1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FB67954-15FC-FAF4-B79C-536D66A71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15" y="792991"/>
            <a:ext cx="4724569" cy="224416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AC21386F-74BB-FD30-66CB-7AD4832FF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316" y="850164"/>
            <a:ext cx="4732940" cy="212982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69A22429-4FC0-A75D-BD05-0244513840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299" y="3671316"/>
            <a:ext cx="3730201" cy="25458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BA5BBB5-59EF-AF31-AF9E-33BA2BA7FB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679" y="3671316"/>
            <a:ext cx="3534214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72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359A55-651A-E97A-1EE8-19967583D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679" y="643467"/>
            <a:ext cx="4481440" cy="2543217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7C35E43-B166-5140-A3FB-4351AF63D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33177" y="-365836"/>
            <a:ext cx="2543217" cy="4561824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22A50D12-0897-0A8B-D607-3519A0660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18468" y="2777555"/>
            <a:ext cx="2545862" cy="43333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4689A9D-EC7C-1D24-982A-BA3D86099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469" y="3671316"/>
            <a:ext cx="3450633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81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B2EE99-53F8-140E-26D3-C2D7022CD7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918F0C7-FAD6-5E05-449D-67C543E69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357" y="1871832"/>
            <a:ext cx="5204223" cy="374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31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EE7C8A-285C-2CC1-E334-2456CBF0A6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" r="627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936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와이드스크린</PresentationFormat>
  <Paragraphs>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이성무</dc:creator>
  <cp:lastModifiedBy>이성무</cp:lastModifiedBy>
  <cp:revision>4</cp:revision>
  <dcterms:created xsi:type="dcterms:W3CDTF">2026-06-13T14:54:35Z</dcterms:created>
  <dcterms:modified xsi:type="dcterms:W3CDTF">2026-06-16T13:28:37Z</dcterms:modified>
</cp:coreProperties>
</file>